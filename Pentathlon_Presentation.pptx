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Pentathlon: Next Product to Buy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39</a:t>
            </a:r>
          </a:p>
          <a:p>
            <a:r>
              <a:t>Aman Sharma, Harsh Jasrapuria, Sanjit Kangovi, Preetish Parikh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focuses on predicting the next product customers are likely to purchase.</a:t>
            </a:r>
          </a:p>
          <a:p>
            <a:r>
              <a:t>Using machine learning techniques, we analyze behavioral data to optimize product targeting.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high-potential buyers for product recommendations.</a:t>
            </a:r>
          </a:p>
          <a:p>
            <a:r>
              <a:t>• Improve conversion rates through targeted promotions.</a:t>
            </a:r>
          </a:p>
          <a:p>
            <a:r>
              <a:t>• Leverage machine learning models for predictive accuracy.</a:t>
            </a:r>
          </a:p>
          <a:p>
            <a:r>
              <a:t>• Optimize marketing spend with data-driven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includes user interaction and purchase history features:</a:t>
            </a:r>
          </a:p>
          <a:p>
            <a:r>
              <a:t>• User engagement metrics: browsing history, click-through rates.</a:t>
            </a:r>
          </a:p>
          <a:p>
            <a:r>
              <a:t>• Past purchase behavior.</a:t>
            </a:r>
          </a:p>
          <a:p>
            <a:r>
              <a:t>• Demographic data and user segmentation.</a:t>
            </a:r>
          </a:p>
          <a:p>
            <a:r>
              <a:t>Target variable: Next Product Purchased.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with frequent past purchases show higher likelihood of future buys.</a:t>
            </a:r>
          </a:p>
          <a:p>
            <a:r>
              <a:t>• Purchase patterns differ based on user segmentation.</a:t>
            </a:r>
          </a:p>
          <a:p>
            <a:r>
              <a:t>• High engagement correlates with increased conversion probabilities.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implemented various machine learning models:</a:t>
            </a:r>
          </a:p>
          <a:p>
            <a:r>
              <a:t>• Logistic Regression – Baseline model.</a:t>
            </a:r>
          </a:p>
          <a:p>
            <a:r>
              <a:t>• Random Forest – Captures non-linear relationships.</a:t>
            </a:r>
          </a:p>
          <a:p>
            <a:r>
              <a:t>• Neural Network (MLP) – Deep learning approach.</a:t>
            </a:r>
          </a:p>
          <a:p>
            <a:r>
              <a:t>• XGBoost – Advanced boosting algorithm for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(AUC: 0.68) – Moderate predictive power.</a:t>
            </a:r>
          </a:p>
          <a:p>
            <a:r>
              <a:t>• Random Forest (AUC: 0.73) – Better accuracy capturing interactions.</a:t>
            </a:r>
          </a:p>
          <a:p>
            <a:r>
              <a:t>• Neural Network (AUC: 0.72) – Identifies deeper patterns but risks overfitting.</a:t>
            </a:r>
          </a:p>
          <a:p>
            <a:r>
              <a:t>• XGBoost (AUC: 0.76) – Best performing model for product targeting.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significantly improves product recommendation accuracy.</a:t>
            </a:r>
          </a:p>
          <a:p>
            <a:r>
              <a:t>• XGBoost is the optimal model for predicting next product purchases.</a:t>
            </a:r>
          </a:p>
          <a:p>
            <a:r>
              <a:t>• Further model tuning with real-time data can enhance accuracy.</a:t>
            </a:r>
          </a:p>
          <a:p>
            <a:r>
              <a:t>• Implement personalized promotions to maximize conversions.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39</a:t>
            </a:r>
          </a:p>
          <a:p>
            <a:r>
              <a:t>Aman Sharma, Harsh Jasrapuria, Sanjit Kangovi, Preetish Parikh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